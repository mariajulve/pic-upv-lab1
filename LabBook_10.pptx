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2" d="100"/>
          <a:sy n="82" d="100"/>
        </p:scale>
        <p:origin x="1152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qie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 grid de 50 puntos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micra, y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valor de 1.605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consigue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tambien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grid resolution es de 20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establece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max grid scaling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max grid scaling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hacer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partit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 de un max grid de 1.5.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BDC07C1-0522-B124-F628-B2B2A14253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213" y="1688851"/>
            <a:ext cx="5639214" cy="3108228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EA49D36-F261-4B37-A3B5-D8DED6395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2853" y="1476780"/>
            <a:ext cx="5486560" cy="302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849</TotalTime>
  <Words>480</Words>
  <Application>Microsoft Office PowerPoint</Application>
  <PresentationFormat>Panorámica</PresentationFormat>
  <Paragraphs>84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Julve Benages</cp:lastModifiedBy>
  <cp:revision>9</cp:revision>
  <dcterms:created xsi:type="dcterms:W3CDTF">2025-01-27T02:46:57Z</dcterms:created>
  <dcterms:modified xsi:type="dcterms:W3CDTF">2026-02-16T12:23:54Z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